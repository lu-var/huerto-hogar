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A420E5E-24C4-4A4F-A22A-8A7C7C7F278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B4D4AF-7E65-4C41-ABDF-58856AC13C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B7E231-BB32-4852-89E8-F277DF61A4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D7977E-3002-4E5A-B4EC-F4E572F252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C7B9E7-FEAA-4A14-B6BE-D84905C991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C86DA4-6BDC-44D7-A464-DBF3E72D39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949F88-A156-4829-BBE5-9DF3BCD467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9D09B2-0F8E-4A83-98DA-85E4127CB5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ORTADA">
    <p:bg>
      <p:bgPr>
        <a:solidFill>
          <a:srgbClr val="2F6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40080" y="1463040"/>
            <a:ext cx="7863480" cy="109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3C8D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360" cy="73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 hasCustomPrompt="1"/>
          </p:nvPr>
        </p:nvSpPr>
        <p:spPr>
          <a:xfrm>
            <a:off x="640080" y="1463040"/>
            <a:ext cx="7863480" cy="10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HuertoHogar: Del Campo al Hogar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1"/>
          <p:cNvSpPr/>
          <p:nvPr/>
        </p:nvSpPr>
        <p:spPr>
          <a:xfrm>
            <a:off x="640080" y="265176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6EFE3"/>
                </a:solidFill>
                <a:effectLst/>
                <a:uFillTx/>
                <a:latin typeface="Calibri"/>
              </a:rPr>
              <a:t>Frontend con React, Bootstrap y pruebas Jasmine/Karma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640080" y="411480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0A526"/>
                </a:solidFill>
                <a:effectLst/>
                <a:uFillTx/>
                <a:latin typeface="Calibri"/>
              </a:rPr>
              <a:t>DSY1104 Desarrollo Fullstack II · Evaluación Parcial 2 · Duoc UC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804636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2F6B3F"/>
                </a:solidFill>
                <a:effectLst/>
                <a:uFillTx/>
                <a:latin typeface="Georgia"/>
              </a:rPr>
              <a:t>Arquitectura de la aplicación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Dato"/>
          <p:cNvSpPr/>
          <p:nvPr/>
        </p:nvSpPr>
        <p:spPr>
          <a:xfrm>
            <a:off x="548640" y="1371600"/>
            <a:ext cx="1737000" cy="95976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548640" y="144468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548640" y="193860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FE3"/>
                </a:solidFill>
                <a:effectLst/>
                <a:uFillTx/>
                <a:latin typeface="Calibri"/>
              </a:rPr>
              <a:t>componentes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Dato"/>
          <p:cNvSpPr/>
          <p:nvPr/>
        </p:nvSpPr>
        <p:spPr>
          <a:xfrm>
            <a:off x="548640" y="2514600"/>
            <a:ext cx="1737000" cy="95976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548640" y="258768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548640" y="308160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FE3"/>
                </a:solidFill>
                <a:effectLst/>
                <a:uFillTx/>
                <a:latin typeface="Calibri"/>
              </a:rPr>
              <a:t>rutas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Dato"/>
          <p:cNvSpPr/>
          <p:nvPr/>
        </p:nvSpPr>
        <p:spPr>
          <a:xfrm>
            <a:off x="548640" y="3657600"/>
            <a:ext cx="1737000" cy="95976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548640" y="373068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548640" y="422460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FE3"/>
                </a:solidFill>
                <a:effectLst/>
                <a:uFillTx/>
                <a:latin typeface="Calibri"/>
              </a:rPr>
              <a:t>pruebas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arjeta"/>
          <p:cNvSpPr/>
          <p:nvPr/>
        </p:nvSpPr>
        <p:spPr>
          <a:xfrm>
            <a:off x="2651760" y="1371600"/>
            <a:ext cx="5943240" cy="324576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12700">
            <a:solidFill>
              <a:srgbClr val="D5DD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2834640" y="148140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Cómo está organizado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2834640" y="1874520"/>
            <a:ext cx="557748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React 19 + React Router + React-Bootstrap, todo en una SPA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Dos layouts: DiseñoAplicacion (tienda) y DiseñoAdministracion (panel)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Rutas /admin protegidas por rol con ProteccionAdministracion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Datos en localStorage mediante repositorios (src/data)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Pocos patrones repetidos: página envoltorio, formulario reutilizable, página de detalle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804636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2F6B3F"/>
                </a:solidFill>
                <a:effectLst/>
                <a:uFillTx/>
                <a:latin typeface="Georgia"/>
              </a:rPr>
              <a:t>Componentes, props y estado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Tarjeta"/>
          <p:cNvSpPr/>
          <p:nvPr/>
        </p:nvSpPr>
        <p:spPr>
          <a:xfrm>
            <a:off x="548640" y="1280160"/>
            <a:ext cx="2605680" cy="32914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rgbClr val="D5DD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731520" y="138996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AdminFormularioProducto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731520" y="1783080"/>
            <a:ext cx="223992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Props: producto, alGuardar, textoBoton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Estado: campos y errores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 reutiliza en Nuevo y Editar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Valida nombre, precio y stock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arjeta"/>
          <p:cNvSpPr/>
          <p:nvPr/>
        </p:nvSpPr>
        <p:spPr>
          <a:xfrm>
            <a:off x="3291840" y="1280160"/>
            <a:ext cx="2605680" cy="32914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rgbClr val="D5DD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3474720" y="138996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usarCarrito (hook)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3474720" y="1783080"/>
            <a:ext cx="223992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Estado del carrito persistido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agregar, aumentar, disminuir, quitar, vaciar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Calcula total y cantidad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 usan Productos y Checkout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arjeta"/>
          <p:cNvSpPr/>
          <p:nvPr/>
        </p:nvSpPr>
        <p:spPr>
          <a:xfrm>
            <a:off x="6035040" y="1280160"/>
            <a:ext cx="2605680" cy="32914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rgbClr val="D5DD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6217920" y="138996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ProteccionAdministracion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6217920" y="1783080"/>
            <a:ext cx="223992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Lee la sesión con rol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Sin rol admin redirige al acceso administrativo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Envuelve todas las rutas /admin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804636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2F6B3F"/>
                </a:solidFill>
                <a:effectLst/>
                <a:uFillTx/>
                <a:latin typeface="Georgia"/>
              </a:rPr>
              <a:t>Datos y persistencia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Tarjeta"/>
          <p:cNvSpPr/>
          <p:nvPr/>
        </p:nvSpPr>
        <p:spPr>
          <a:xfrm>
            <a:off x="548640" y="1280160"/>
            <a:ext cx="3931560" cy="329148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5DD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731520" y="138996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crearRepositorio(clave, datos)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731520" y="1783080"/>
            <a:ext cx="35658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obtenerTodos, crear, actualizar, eliminar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Clona los datos al leer y escribir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Error si el id está duplicado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Error si el registro no existe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Error si el JSON guardado es inválido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arjeta"/>
          <p:cNvSpPr/>
          <p:nvPr/>
        </p:nvSpPr>
        <p:spPr>
          <a:xfrm>
            <a:off x="4663440" y="1280160"/>
            <a:ext cx="3931560" cy="329148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5DD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4846320" y="138996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Flujo de una compra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4846320" y="1783080"/>
            <a:ext cx="35658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Checkout valida dirección y entrega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Pago simulado: aprobado o rechazado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Aprobado: crea la orden y vacía el carrito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Rechazado: conserva el carrito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admin ve la orden y puede imprimir la boleta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804636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2F6B3F"/>
                </a:solidFill>
                <a:effectLst/>
                <a:uFillTx/>
                <a:latin typeface="Georgia"/>
              </a:rPr>
              <a:t>Diseño responsivo con Bootstrap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Tarjeta"/>
          <p:cNvSpPr/>
          <p:nvPr/>
        </p:nvSpPr>
        <p:spPr>
          <a:xfrm>
            <a:off x="548640" y="1280160"/>
            <a:ext cx="3931560" cy="329148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5DD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731520" y="138996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Cómo se integró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731520" y="1783080"/>
            <a:ext cx="35658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Grilla Row y Col con breakpoints (sm, md, lg)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17 componentes usan Container, Row o Col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13 definen breakpoints distintos por pantalla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Card, Form, Alert, Stack y Button de React-Bootstrap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arjeta"/>
          <p:cNvSpPr/>
          <p:nvPr/>
        </p:nvSpPr>
        <p:spPr>
          <a:xfrm>
            <a:off x="4663440" y="1280160"/>
            <a:ext cx="3931560" cy="329148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5DD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4846320" y="138996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Cómo se verifica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4846320" y="1783080"/>
            <a:ext cx="35658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accesibilidad-responsive.spec.js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Controles con etiquetas accesibles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Consultas por rol con Testing Library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Pruebas de navegación básica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804636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2F6B3F"/>
                </a:solidFill>
                <a:effectLst/>
                <a:uFillTx/>
                <a:latin typeface="Georgia"/>
              </a:rPr>
              <a:t>Pruebas unitarias: Jasmine + Karma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Tarjeta"/>
          <p:cNvSpPr/>
          <p:nvPr/>
        </p:nvSpPr>
        <p:spPr>
          <a:xfrm>
            <a:off x="548640" y="1280160"/>
            <a:ext cx="3931560" cy="329148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5DD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731520" y="138996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Configuración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731520" y="1783080"/>
            <a:ext cx="35658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Jasmine define suites y expectativas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Karma las ejecuta con jsdom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Testing Library renderiza y consulta el DOM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esbuild transforma JSX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Istanbul mide la cobertura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arjeta"/>
          <p:cNvSpPr/>
          <p:nvPr/>
        </p:nvSpPr>
        <p:spPr>
          <a:xfrm>
            <a:off x="4663440" y="1280160"/>
            <a:ext cx="3931560" cy="329148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5DD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4846320" y="138996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Qué se prueba (7 suites, 28 specs)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4846320" y="1783080"/>
            <a:ext cx="35658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Renderizado y renderizado condicional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Props, estado y eventos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Validación de formularios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Persistencia y errores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Aislamiento: MemoryRouter y localStorage limpio en cada prueba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804636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2F6B3F"/>
                </a:solidFill>
                <a:effectLst/>
                <a:uFillTx/>
                <a:latin typeface="Georgia"/>
              </a:rPr>
              <a:t>Cobertura, resultados y cierre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Dato"/>
          <p:cNvSpPr/>
          <p:nvPr/>
        </p:nvSpPr>
        <p:spPr>
          <a:xfrm>
            <a:off x="548640" y="1280160"/>
            <a:ext cx="1828440" cy="95976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548640" y="135324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87%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548640" y="1847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FE3"/>
                </a:solidFill>
                <a:effectLst/>
                <a:uFillTx/>
                <a:latin typeface="Calibri"/>
              </a:rPr>
              <a:t>statements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Dato"/>
          <p:cNvSpPr/>
          <p:nvPr/>
        </p:nvSpPr>
        <p:spPr>
          <a:xfrm>
            <a:off x="2560320" y="1280160"/>
            <a:ext cx="1828440" cy="95976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2560320" y="135324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68%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2560320" y="1847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FE3"/>
                </a:solidFill>
                <a:effectLst/>
                <a:uFillTx/>
                <a:latin typeface="Calibri"/>
              </a:rPr>
              <a:t>branches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Dato"/>
          <p:cNvSpPr/>
          <p:nvPr/>
        </p:nvSpPr>
        <p:spPr>
          <a:xfrm>
            <a:off x="548640" y="2423160"/>
            <a:ext cx="1828440" cy="95976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548640" y="249624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88%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548640" y="2990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FE3"/>
                </a:solidFill>
                <a:effectLst/>
                <a:uFillTx/>
                <a:latin typeface="Calibri"/>
              </a:rPr>
              <a:t>functions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Dato"/>
          <p:cNvSpPr/>
          <p:nvPr/>
        </p:nvSpPr>
        <p:spPr>
          <a:xfrm>
            <a:off x="2560320" y="2423160"/>
            <a:ext cx="1828440" cy="95976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2560320" y="249624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88%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2560320" y="2990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FE3"/>
                </a:solidFill>
                <a:effectLst/>
                <a:uFillTx/>
                <a:latin typeface="Calibri"/>
              </a:rPr>
              <a:t>lines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548640" y="3566160"/>
            <a:ext cx="3840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28 de 28 pruebas pasan. Umbrales mínimos (50/40/50/50) cumplidos.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arjeta"/>
          <p:cNvSpPr/>
          <p:nvPr/>
        </p:nvSpPr>
        <p:spPr>
          <a:xfrm>
            <a:off x="4663440" y="1280160"/>
            <a:ext cx="3931560" cy="329148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D5DD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4846320" y="138996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Limitaciones y próximos pasos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4846320" y="1783080"/>
            <a:ext cx="35658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Sin backend: pago y login simulados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 pruebas en formularios y autenticación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Integrar API y mocks HTTP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A24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Agregar búsqueda y filtros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uertoHogar">
  <a:themeElements>
    <a:clrScheme name="HuertoHogar">
      <a:dk1>
        <a:srgbClr val="1F2A24"/>
      </a:dk1>
      <a:lt1>
        <a:srgbClr val="FFFFFF"/>
      </a:lt1>
      <a:dk2>
        <a:srgbClr val="2F6B3F"/>
      </a:dk2>
      <a:lt2>
        <a:srgbClr val="F4F7F1"/>
      </a:lt2>
      <a:accent1>
        <a:srgbClr val="3C8D4F"/>
      </a:accent1>
      <a:accent2>
        <a:srgbClr val="E0A526"/>
      </a:accent2>
      <a:accent3>
        <a:srgbClr val="8C5A2B"/>
      </a:accent3>
      <a:accent4>
        <a:srgbClr val="5FA8D3"/>
      </a:accent4>
      <a:accent5>
        <a:srgbClr val="C4553B"/>
      </a:accent5>
      <a:accent6>
        <a:srgbClr val="7A8F7E"/>
      </a:accent6>
      <a:hlink>
        <a:srgbClr val="2F6B3F"/>
      </a:hlink>
      <a:folHlink>
        <a:srgbClr val="7A8F7E"/>
      </a:folHlink>
    </a:clrScheme>
    <a:fontScheme name="HuertoHogar">
      <a:majorFont>
        <a:latin typeface="Georgia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LibreOffice/26.8.0.3$Linux_X86_64 LibreOffice_project/e34ffb33db0c92181c79084d759a90d6bf45d9b3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2026-10-07T20:09:20Z</dcterms:created>
  <dc:creator>PptxGenJS</dc:creator>
  <dc:description/>
  <dc:language>en-US</dc:language>
  <cp:lastModifiedBy/>
  <dcterms:modified xsi:type="dcterms:W3CDTF">2026-10-07T17:13:51Z</dcterms:modified>
  <cp:revision>2</cp:revision>
  <dc:subject>PptxGenJS Presentation</dc:subject>
  <dc:title>HuertoHogar - Evaluación Parcial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